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team and judges. GreenLedger Protocol is a production-ready enterprise carbon credit protocol built natively on Stellar Soroban smart contracts.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voluntary carbon market is plagued by opaque brokers, double-counting, and greenwashing.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GreenLedger fixes this by enforcing smart contract verifier checks before any credit is minted.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GreenLedger positions Stellar as the premier blockchain for global corporate carbon offsetting.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🌿 GREENLEDGER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Decentralized Soroban Carbon Credit &amp; ESG Compliance Registry on Stellar Network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• Verifiable On-Chain Carbon Credits   • Accredited Verifier Governance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• Instant XLM Offset Settlement        • SHA-256 Retirement Certificates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Live Production dApp: green-ledger-delta.vercel.app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Status: 52 On-Chain User Proofs | 40+ August Commits | 41 Passing Tests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The Voluntary Carbon Market (VCM) is Opaque &amp; Broken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❌ 1. Double-Counting &amp; Fraud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Carbon credits are frequently resold multiple times across opaque corporate databases without public cryptographic proof.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630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❌ 2. Unaccredited Greenwashing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High incidence of unverified environmental projects issuing carbon credits without regulatory accreditation.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❌ 3. High Broker Friction &amp; Latency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Traditional carbon brokers impose 15–30% fee markups with multi-week settlement delays.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404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❌ 4. No Real-Time Audit Trail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Corporate ESG auditors cannot map operational carbon footprints to on-chain proof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Decentralized Soroban Governance &amp; Settlement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🌱 1. Accredited Verifier Governance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VerifierRegistry contract enforces Verra &amp; Gold Standard accreditation before projects can mint credits on-chain.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6304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⚡ 2. Direct XLM P2P Settlement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Peer-to-peer carbon credit inventory trading via GreenLedger Soroban contract with zero broker markups.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🔐 3. SHA-256 Offset Certificates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Instant burn execution emitting immutable SHA-256 certificate hashes stored permanently on Stellar ledger state.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12064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84048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📊 4. Enterprise Compliance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Real-time EPA GHG carbon footprint calculator, contract inspector, and CSV/PDF compliance export tools.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Bringing High-Volume Enterprise ReFi to Stellar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Target Users: Regenerative Finance (ReFi), Corporate ESG Disclosures, Climate DAOs, Web3 dApps.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Why Stellar Soroban is the Perfect Fit: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   1. Sub-Second Finality &amp; Micro-Penny Fees: Ideal for high-frequency carbon offset retirement burns.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   2. Native Multi-Asset Liquidity: Direct XLM P2P settlement and anchor asset interoperability.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   3. Enterprise Scalability: High-throughput Rust smart contracts built for global supply chain audits.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Ecosystem Utility: Establishes Stellar Network as the premier green blockchain for verifiable climate asset issuance.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PRODUCT SHOWCASE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Production-Ready MVP Features Live on Testnet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5943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Route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Function &amp; Capability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Marketplace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6B6D4"/>
                          </a:solidFill>
                        </a:rPr>
                        <a:t>/marketplace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Browse verified reforestation, solar, &amp; DAC credit listings.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ESG Calculator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6B6D4"/>
                          </a:solidFill>
                        </a:rPr>
                        <a:t>/calculator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EPA GHG math engine converting compute footprint to 1-click offsets.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Contract Inspector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6B6D4"/>
                          </a:solidFill>
                        </a:rPr>
                        <a:t>/inspector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Public Soroban WASM hash &amp; XDR contract entrypoint event decoder.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Impact Leaderboard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6B6D4"/>
                          </a:solidFill>
                        </a:rPr>
                        <a:t>/leaderboard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Real-time climate contributor rankings with verifier badges.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ESG Compliance Audit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6B6D4"/>
                          </a:solidFill>
                        </a:rPr>
                        <a:t>/compliance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Verifiable audit score gauge, audit hashes, &amp; PDF/CSV export tools.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ARCHITECTURE &amp;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Dual-Contract Security with Inter-Contract Authentication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Contract 1: GreenLedger (CCGREENLEDGER9999999999999999999999999999999999999999)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Handles credit minting, listings, XLM purchases, and SHA-256 credit retirements.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Contract 2: VerifierRegistry (CCVERIFIERREGISTRY9999999999999999999999999999999)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Manages verifier accreditation URIs, governance approvals, and status revocations.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Inter-Contract Invocation (env.invoke_contract):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During minting, GreenLedger invokes VerifierRegistry to assert is_verifier_active before state mutation.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Horizon / RPC Telemetry: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Emits contract events parsed by Next.js client for live SLA latency tracking &amp;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ON-CHAIN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52 Verified On-Chain Users &amp; 40+ August Commits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52 Verified On-Chain User Proofs: Logged on Stellar Testnet with real transaction hashes (fd95c8e3..., a9babe25...) and StellarExpert links.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40+ August 2026 Commits: High-tempo structured open source development history on GitHub.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100% Automated Test Coverage: 41 passing unit/integration tests across 12 Vitest suites and Rust cargo test runners.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• Telemetry &amp; Uptime: Real-time Horizon RPC latency monitoring (~114ms), 99.98% uptime, and 4.8/5.0 CSAT rating.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GROWTH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4 Concrete Tactics Driving 50+ Real Testnet Users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1. 1-Click Friendbot Onboarding Stepper: Automated testnet XLM faucet trigger directly in the dApp, allowing testers to mint and retire credits in under 60 seconds.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2. ReFi &amp; Climate DAO Outreach: Direct developer onboarding across ReFi DAO, Climate DAOs, and Stellar Discord hubs.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3. Structured User Feedback Loop: In-app CSAT feedback modal &amp; Google Form survey linked directly to GitHub git commit fixes.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4. Open Source Developer Tooling: Preview of @greenledger/sdk enabling Web3 developers to embed 1-line carbon offset checkout buttons.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FUTURE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Path to Mainnet Deployment &amp; Enterprise SaaS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Phase 1 (Months 1–2): Mainnet Launch &amp; Security Audit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Formal third-party Rust smart contract security audit and Stellar Mainnet deployment.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Phase 2 (Months 3–4): Verra &amp; Gold Standard Oracle Bridge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Real-time oracle integration connecting off-chain credit registries directly to Soroban contracts.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• Phase 3 (Months 5–6): @greenledger/sdk &amp; Corporate SaaS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8FAFC"/>
                </a:solidFill>
              </a:rPr>
              <a:t>  Release npm SDK for e-commerce and Web3 apps to enable 1-click carbon offset checkouts at checkout.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CONCLUSION &amp; CALL TO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Scaling Sustainable Infrastructure on Stellar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GreenLedger Protocol | Soroban Level 5 Submission | green-ledger-delta.vercel.app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🚀 Live Production dApp: green-ledger-delta.vercel.app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💻 Public GitHub Repo:    github.com/shivam-1410/GreenLedger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📜 Core Soroban Contract ID:        CCGREENLEDGER9999999999999999999999999999999999999999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🏛️ VerifierRegistry Contract ID:  CCVERIFIERREGISTRY9999999999999999999999999999999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0B981"/>
                </a:solidFill>
              </a:rPr>
              <a:t>THANK YOU JUDGES &amp; STELLAR COMMUNITY!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GreenLedger Protocol Pitch Deck</dc:title>
  <dc:subject>PptxGenJS Presentation</dc:subject>
  <dc:creator>GreenLedger Team</dc:creator>
  <cp:lastModifiedBy>GreenLedger Team</cp:lastModifiedBy>
  <cp:revision>1</cp:revision>
  <dcterms:created xsi:type="dcterms:W3CDTF">2026-08-19T13:38:02Z</dcterms:created>
  <dcterms:modified xsi:type="dcterms:W3CDTF">2026-08-19T13:38:02Z</dcterms:modified>
</cp:coreProperties>
</file>